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#TITEL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#KUNDENLOGO</a:t>
            </a:r>
          </a:p>
          <a:p>
            <a:r>
              <a:t>#THEMA</a:t>
            </a:r>
          </a:p>
          <a:p>
            <a:r>
              <a:t>#DATUM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#SUBTOPIC</a:t>
            </a:r>
          </a:p>
          <a:p>
            <a:r>
              <a:t>#INHALT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#ZWISCHENFOLIE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#ENDE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