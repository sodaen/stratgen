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00300"/>
            <a:ext cx="91440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/>
              <a:t>Projekt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Situation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Zielgruppe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Kanäle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KPIs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Intro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Situation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Zielgruppe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2553243____IMG_8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Kanäle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